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377440"/>
            <a:ext cx="12188952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Spiking vs. Standard PointNet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CFB537"/>
                </a:solidFill>
              </a:rPr>
              <a:t>3-D Point Cloud Classification with Temporal Slicing &amp; Early Exit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9A0ED"/>
                </a:solidFill>
              </a:rPr>
              <a:t>PointNet-SNN  vs.  PointNet-ANN  on  ModelNet10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</a:rPr>
              <a:t>Purdue Project — SNN Experiment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February 19,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297680"/>
            <a:ext cx="2286000" cy="10972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FB537"/>
                </a:solidFill>
              </a:rPr>
              <a:t>695K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28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Parameters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4297680"/>
            <a:ext cx="2286000" cy="10972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43708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FB537"/>
                </a:solidFill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828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Epochs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297680"/>
            <a:ext cx="2286000" cy="10972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3708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FB537"/>
                </a:solidFill>
              </a:rPr>
              <a:t>ModelNet10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828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4297680"/>
            <a:ext cx="2286000" cy="10972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43708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FB537"/>
                </a:solidFill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828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Time Slices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36576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94360" cy="50292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FB537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0789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Motivation &amp; Research Questions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594360" cy="50292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FB537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019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Dataset — ModelNet10 &amp; Radial Slicing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51760"/>
            <a:ext cx="594360" cy="50292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974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FB537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7249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Model Architectures (ANN vs. SNN)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74720"/>
            <a:ext cx="594360" cy="50292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2044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FB537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478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Training Setup &amp; Loss Function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97680"/>
            <a:ext cx="594360" cy="50292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3434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FB537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708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Training 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20640"/>
            <a:ext cx="594360" cy="50292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166359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FB537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1937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Test Inference — 4 Modes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005840"/>
            <a:ext cx="594360" cy="50292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05156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FB537"/>
                </a:solidFill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10789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Accuracy vs. Timestep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1828800"/>
            <a:ext cx="594360" cy="50292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1874519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FB537"/>
                </a:solidFill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19019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Early Exit Analysis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2651760"/>
            <a:ext cx="594360" cy="50292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26974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FB537"/>
                </a:solidFill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7249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Confidence Growth &amp; Threshold Tradeoff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474720"/>
            <a:ext cx="594360" cy="50292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52044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FB537"/>
                </a:solidFill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5478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Analysis, Limitations &amp; Next Steps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4297680"/>
            <a:ext cx="594360" cy="50292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3434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FB537"/>
                </a:solidFill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43708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Motivation &amp; Research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36576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39496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FB537"/>
                </a:solidFill>
              </a:rPr>
              <a:t>Why Spiking Neural Networks?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 Event-driven, sparse computation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756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 Biologically inspired temporal dynamics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511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 Energy-efficient on neuromorphic 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266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 Natural fit for sequential / streaming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02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 Integrate-and-fire = running evidence accumulator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60120"/>
            <a:ext cx="557784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FB537"/>
                </a:solidFill>
              </a:rPr>
              <a:t>Research Questions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664208"/>
            <a:ext cx="5212080" cy="13258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FB537"/>
                </a:solidFill>
              </a:rPr>
              <a:t>Q1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719072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Can SNN-PointNet match standard ANN accuracy
   on ModelNet10 with the same training budget?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172968"/>
            <a:ext cx="5212080" cy="13258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FB537"/>
                </a:solidFill>
              </a:rPr>
              <a:t>Q2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227832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Does membrane potential accumulation across
   slices produce progressively better predictions?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681728"/>
            <a:ext cx="5212080" cy="13258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7548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FB537"/>
                </a:solidFill>
              </a:rPr>
              <a:t>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36592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Does confidence grow monotonically, enabling
   meaningful early exit at test time?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Dataset — ModelNet10 &amp; Radial Temporal Slicing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36576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02920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FB537"/>
                </a:solidFill>
              </a:rPr>
              <a:t>ModelNet10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Train 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7"/>
                </a:solidFill>
              </a:rPr>
              <a:t>3,991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756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Test  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0756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7"/>
                </a:solidFill>
              </a:rPr>
              <a:t>908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5117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5117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7"/>
                </a:solidFill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266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Points per cloud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2666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7"/>
                </a:solidFill>
              </a:rPr>
              <a:t>1,024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02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Point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502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7"/>
                </a:solidFill>
              </a:rPr>
              <a:t>(x, y, z)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776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File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97763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7"/>
                </a:solidFill>
              </a:rPr>
              <a:t>.npy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10 Classes: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bathtub · bed · chair · desk · dresser
monitor · night stand · sofa · table · toilet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960120"/>
            <a:ext cx="603504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10515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FB537"/>
                </a:solidFill>
              </a:rPr>
              <a:t>Radial Temporal Slicing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572768"/>
            <a:ext cx="411480" cy="4114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16276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6093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Compute centroid  mu = mean(points)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322576"/>
            <a:ext cx="411480" cy="4114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2377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3591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Compute radial distance  d_i = ||p_i - mu||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3072384"/>
            <a:ext cx="411480" cy="4114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31272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108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Sort points inner -&gt; outer by distance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3822191"/>
            <a:ext cx="411480" cy="4114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387705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8587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Split into T=16 slices  (64 pts / slice)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4572000"/>
            <a:ext cx="411480" cy="4114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462686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6085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Feed slices sequentially to the network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5349240"/>
            <a:ext cx="5669280" cy="68580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541324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FB537"/>
                </a:solidFill>
              </a:rPr>
              <a:t>Coarse-to-fine: inner slices = shape skeleton,  outer slices = surface detail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Architectures — ANN vs. SNN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36576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554480" cy="91440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33271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Slice  S_t
[B, 64, 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234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FB537"/>
                </a:solidFill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960120"/>
            <a:ext cx="1554480" cy="91440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033271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Backbone MLP
(per-point)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234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FB537"/>
                </a:solidFill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960120"/>
            <a:ext cx="1554480" cy="91440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033271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Mean Pool
[B, 512]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234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FB537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960120"/>
            <a:ext cx="1554480" cy="91440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033271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Temporal Head
(stateful)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1234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FB537"/>
                </a:solidFill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960120"/>
            <a:ext cx="1554480" cy="91440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033271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Logits
[B, 10]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965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</a:rPr>
              <a:t>Shared macro-architecture (695,562 parameters in both models)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377440"/>
            <a:ext cx="5486400" cy="4160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377440"/>
            <a:ext cx="5486400" cy="457200"/>
          </a:xfrm>
          <a:prstGeom prst="rect">
            <a:avLst/>
          </a:prstGeom>
          <a:solidFill>
            <a:srgbClr val="39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4414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PointNet-ANN  (Baseline)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07792"/>
            <a:ext cx="5486400" cy="67665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9626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Backbone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29626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A0ED"/>
                </a:solidFill>
              </a:rPr>
              <a:t>3 x Linear + ReLU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9626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3-&gt;128-&gt;256-&gt;512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02736"/>
            <a:ext cx="5486400" cy="67665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Temporal head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3657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A0ED"/>
                </a:solidFill>
              </a:rPr>
              <a:t>2 x Linear + ReLU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512-&gt;512-&gt;512-&gt;10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297680"/>
            <a:ext cx="5486400" cy="67665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352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State across slices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3525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A0ED"/>
                </a:solidFill>
              </a:rPr>
              <a:t>Cumulative mean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3525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of slice embeddings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992624"/>
            <a:ext cx="5486400" cy="67665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047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Activation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50474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A0ED"/>
                </a:solidFill>
              </a:rPr>
              <a:t>ReLU (standard)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50474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f(x) = max(0,x)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687568"/>
            <a:ext cx="5486400" cy="67665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742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Generalisation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20" y="57424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A0ED"/>
                </a:solidFill>
              </a:rPr>
              <a:t>76.2% test accuracy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5742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(after 10 epochs)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2377440"/>
            <a:ext cx="5486400" cy="4160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2377440"/>
            <a:ext cx="548640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24414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PointNet-SNN  (Proposed)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2907792"/>
            <a:ext cx="5486400" cy="67665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29626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Backbone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29626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3 x LIF layer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29626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3-&gt;128-&gt;256-&gt;512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602736"/>
            <a:ext cx="5486400" cy="67665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Temporal head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3657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2 x LIF + FC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8700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512-&gt;512-&gt;512-&gt;10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4297680"/>
            <a:ext cx="5486400" cy="67665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4352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State across slices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43525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Membrane potential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87000" y="43525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u_t = tau*u_(t-1)+Wx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4992624"/>
            <a:ext cx="5486400" cy="67665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5047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Activation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50474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Heaviside + surrogate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87000" y="50474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grad: 1/(1+|u|)^2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5687568"/>
            <a:ext cx="5486400" cy="67665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20" y="5742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Generalisation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57424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58.3% test accuracy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87000" y="5742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(after 10 epochs)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LIF Neuron Dynamics &amp; Training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36576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48640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FB537"/>
                </a:solidFill>
              </a:rPr>
              <a:t>Leaky Integrate-and-Fire (LIF)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Membrane update: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5120640" cy="4114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FB537"/>
                </a:solidFill>
              </a:rPr>
              <a:t>u_t  =  tau * u_(t-1)  +  W * x_t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Spike emission: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5120640" cy="4114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FB537"/>
                </a:solidFill>
              </a:rPr>
              <a:t>s_t  =  Theta(u_t - theta)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54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Soft reset: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29000"/>
            <a:ext cx="5120640" cy="4114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747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FB537"/>
                </a:solidFill>
              </a:rPr>
              <a:t>u_t  &lt;-  u_t * (1 - s_t)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Surrogate grad: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5120640" cy="4114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519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FB537"/>
                </a:solidFill>
              </a:rPr>
              <a:t>ds/du  ~  1 / (1 + |u|)^2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7"/>
                </a:solidFill>
              </a:rPr>
              <a:t>Parameters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02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tau (decay)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102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7"/>
                </a:solidFill>
              </a:rPr>
              <a:t>0.9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22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theta (threshold)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422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7"/>
                </a:solidFill>
              </a:rPr>
              <a:t>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42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Reset 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742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7"/>
                </a:solidFill>
              </a:rPr>
              <a:t>Soft (subtract)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062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Gradient approx.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6062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7"/>
                </a:solidFill>
              </a:rPr>
              <a:t>Surrogate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960120"/>
            <a:ext cx="548640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051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FB537"/>
                </a:solidFill>
              </a:rPr>
              <a:t>Training Loss Function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162763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  =  L_CE(y_hat_T, y)  +  lambda * SUM L_CE(y_hat_t, 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212848"/>
            <a:ext cx="5486400" cy="54864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2359152"/>
            <a:ext cx="5212080" cy="1691640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423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A0ED"/>
                </a:solidFill>
              </a:rPr>
              <a:t>L_CE(y_hat_T, 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7614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Final-slice loss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999232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Supervises the last timestep (T=16).
Drives end-to-end accuracy.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279392"/>
            <a:ext cx="5212080" cy="1691640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4343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37"/>
                </a:solidFill>
              </a:rPr>
              <a:t>lambda * SUM L_CE(y_hat_t, 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6817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Auxiliary loss  (lambda=0.3)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919472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Supervises ALL intermediate steps.
Forces every slice to carry class
information -&gt; enables early exit.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6172200"/>
            <a:ext cx="5486400" cy="1828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6236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FB537"/>
                </a:solidFill>
              </a:rPr>
              <a:t>Optimizer: AdamW   |   LR: 1e-3   |   Grad clip: 1.0   |   Batch: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Training Results — 10 Epochs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36576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7 / 14</a:t>
            </a:r>
          </a:p>
        </p:txBody>
      </p:sp>
      <p:pic>
        <p:nvPicPr>
          <p:cNvPr id="7" name="Picture 6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96112"/>
            <a:ext cx="7772400" cy="277585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12480" y="896112"/>
            <a:ext cx="3429000" cy="5897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9875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FB537"/>
                </a:solidFill>
              </a:rPr>
              <a:t>Key Numbers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49640" y="1463040"/>
            <a:ext cx="3108960" cy="566928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527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ANN  Epoch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14813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39A0ED"/>
                </a:solidFill>
              </a:rPr>
              <a:t>46.5%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2148840"/>
            <a:ext cx="3108960" cy="566928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212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ANN  Epoch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21671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39A0ED"/>
                </a:solidFill>
              </a:rPr>
              <a:t>83.2%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2834640"/>
            <a:ext cx="3108960" cy="566928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898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SNN  Epoch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28529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E94F37"/>
                </a:solidFill>
              </a:rPr>
              <a:t>35.0%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3520440"/>
            <a:ext cx="3108960" cy="566928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3584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SNN  Epoch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35387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E94F37"/>
                </a:solidFill>
              </a:rPr>
              <a:t>87.4%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4251960"/>
            <a:ext cx="3108960" cy="146304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4315968"/>
            <a:ext cx="2926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SNN starts slower
(membrane calibration)
but surpasses ANN
by epoch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5806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Both models converge
stably with no spikes
or instability.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Test Inference — Four Evaluation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36576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2834640" cy="5760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2834640" cy="457200"/>
          </a:xfrm>
          <a:prstGeom prst="rect">
            <a:avLst/>
          </a:prstGeom>
          <a:solidFill>
            <a:srgbClr val="39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058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ANN + Full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544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Test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7830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9A0ED"/>
                </a:solidFill>
              </a:rPr>
              <a:t>76.21%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42032"/>
            <a:ext cx="2560320" cy="36576"/>
          </a:xfrm>
          <a:prstGeom prst="rect">
            <a:avLst/>
          </a:prstGeom>
          <a:solidFill>
            <a:srgbClr val="39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6974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Mean Exit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FB537"/>
                </a:solidFill>
              </a:rPr>
              <a:t>--- /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5204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Single forward pass on all 1024 points.
No slicing. Serves as the main baseline.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960120"/>
            <a:ext cx="2834640" cy="5760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960120"/>
            <a:ext cx="2834640" cy="457200"/>
          </a:xfrm>
          <a:prstGeom prst="rect">
            <a:avLst/>
          </a:prstGeom>
          <a:solidFill>
            <a:srgbClr val="39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0058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ANN + Slice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15544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Test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17830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9A0ED"/>
                </a:solidFill>
              </a:rPr>
              <a:t>76.21%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2542032"/>
            <a:ext cx="2560320" cy="36576"/>
          </a:xfrm>
          <a:prstGeom prst="rect">
            <a:avLst/>
          </a:prstGeom>
          <a:solidFill>
            <a:srgbClr val="39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26974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Mean Exit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FB537"/>
                </a:solidFill>
              </a:rPr>
              <a:t>7.25 / 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5204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Cumulative mean of slice embeddings.
Matches Full; exits at step 7 on average.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960120"/>
            <a:ext cx="2834640" cy="5760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2834640" cy="457200"/>
          </a:xfrm>
          <a:prstGeom prst="rect">
            <a:avLst/>
          </a:prstGeom>
          <a:solidFill>
            <a:srgbClr val="F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0058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SNN + Full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5544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Test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7830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8844"/>
                </a:solidFill>
              </a:rPr>
              <a:t> 9.25%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542032"/>
            <a:ext cx="2560320" cy="36576"/>
          </a:xfrm>
          <a:prstGeom prst="rect">
            <a:avLst/>
          </a:prstGeom>
          <a:solidFill>
            <a:srgbClr val="F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26974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Mean Exit Step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FB537"/>
                </a:solidFill>
              </a:rPr>
              <a:t>--- / 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35204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Single pass, one membrane step.
NOT the intended mode — near-random
(temporal dynamics not engaged).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960120"/>
            <a:ext cx="2834640" cy="5760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960120"/>
            <a:ext cx="283464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10058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SNN + Slice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15544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Test Accuracy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17830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94F37"/>
                </a:solidFill>
              </a:rPr>
              <a:t>58.26%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72600" y="2542032"/>
            <a:ext cx="256032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26974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Mean Exit Step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FB537"/>
                </a:solidFill>
              </a:rPr>
              <a:t>8.82 / 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35204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Sequential slices + persistent membrane.
Intended SNN mode. Mean exit: step 8.82.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960120"/>
            <a:ext cx="6126480" cy="658368"/>
          </a:xfrm>
          <a:prstGeom prst="rect">
            <a:avLst/>
          </a:prstGeom>
          <a:solidFill>
            <a:srgbClr val="5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7"/>
                </a:solidFill>
              </a:rPr>
              <a:t>Why is SNN+Full near-random (9.25%)?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1618488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The SNN temporal head is designed to integrate across 16 slices, with membrane potential acting as a running accumulator. Feeding all 1024 points in ONE step gives only a single integration tick — the membrane never builds meaningful state. The correct comparison is SNN+Slice (58.3%).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Accuracy vs. Timestep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36576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9 / 14</a:t>
            </a:r>
          </a:p>
        </p:txBody>
      </p:sp>
      <p:pic>
        <p:nvPicPr>
          <p:cNvPr id="7" name="Picture 6" descr="accuracy_vs_time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96112"/>
            <a:ext cx="7772400" cy="58293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12480" y="896112"/>
            <a:ext cx="3429000" cy="5897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9875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FB537"/>
                </a:solidFill>
              </a:rPr>
              <a:t>Observations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49640" y="1463040"/>
            <a:ext cx="3108960" cy="10972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527048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ANN rises steeply,
plateaus by slice 6-8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2697480"/>
            <a:ext cx="3108960" cy="10972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2761488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SNN shows slower but
sustained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3931920"/>
            <a:ext cx="3108960" cy="10972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3995928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Both exceed baselines
well before T=16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5166360"/>
            <a:ext cx="3108960" cy="109728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5230368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Early exit viable
from slice 6 onward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Early Exit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36576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10 / 14</a:t>
            </a:r>
          </a:p>
        </p:txBody>
      </p:sp>
      <p:pic>
        <p:nvPicPr>
          <p:cNvPr id="7" name="Picture 6" descr="exit_histogram_s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96112"/>
            <a:ext cx="5760720" cy="4320540"/>
          </a:xfrm>
          <a:prstGeom prst="rect">
            <a:avLst/>
          </a:prstGeom>
        </p:spPr>
      </p:pic>
      <p:pic>
        <p:nvPicPr>
          <p:cNvPr id="8" name="Picture 7" descr="exit_c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896112"/>
            <a:ext cx="5760720" cy="43205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49834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</a:rPr>
              <a:t>SNN exit histogram  (theta = 0.80)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49834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</a:rPr>
              <a:t>Cumulative exit distribution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376672"/>
            <a:ext cx="11548872" cy="13533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44068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ANN exits earlier on average (mean 7.25) vs. SNN (mean 8.82), reflecting faster confidence build-up via cumulative averaging. Both models allow substantial compute savings: at theta=0.80, roughly half the slices can be skipped on average without waiting for the final step.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Confidence Growth &amp; Threshold Tradeoff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36576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11 / 14</a:t>
            </a:r>
          </a:p>
        </p:txBody>
      </p:sp>
      <p:pic>
        <p:nvPicPr>
          <p:cNvPr id="7" name="Picture 6" descr="confidence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96112"/>
            <a:ext cx="5760720" cy="4320540"/>
          </a:xfrm>
          <a:prstGeom prst="rect">
            <a:avLst/>
          </a:prstGeom>
        </p:spPr>
      </p:pic>
      <p:pic>
        <p:nvPicPr>
          <p:cNvPr id="8" name="Picture 7" descr="threshold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896112"/>
            <a:ext cx="5760720" cy="43205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49834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</a:rPr>
              <a:t>Avg. max-softmax confidence per slice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49834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</a:rPr>
              <a:t>Accuracy vs. mean exit step (theta sweep)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376672"/>
            <a:ext cx="11548872" cy="13533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44068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Confidence grows monotonically for both models — validating temporal slicing.   The threshold curve (right) sweeps theta in [0.50, 0.99]: low theta gives early exit with lower accuracy; high theta defers to the final slice and recovers full accuracy. This tradeoff can be tuned at inference time with no retraining.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Analysis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36576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48640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</a:rPr>
              <a:t>Key Findings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5212080" cy="777240"/>
          </a:xfrm>
          <a:prstGeom prst="rect">
            <a:avLst/>
          </a:prstGeom>
          <a:solidFill>
            <a:srgbClr val="0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733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73352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SNN achieves higher training acc (87.4%)
than ANN (83.2%) in 10 epochs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96312"/>
            <a:ext cx="5212080" cy="777240"/>
          </a:xfrm>
          <a:prstGeom prst="rect">
            <a:avLst/>
          </a:prstGeom>
          <a:solidFill>
            <a:srgbClr val="0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6946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569464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Test gap (ANN 76% vs SNN 58%) signals
overfitting in the SNN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92424"/>
            <a:ext cx="5212080" cy="777240"/>
          </a:xfrm>
          <a:prstGeom prst="rect">
            <a:avLst/>
          </a:prstGeom>
          <a:solidFill>
            <a:srgbClr val="0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6557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65576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Radial slicing enables early exit:
~45% avg compute savings at theta=0.80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88536"/>
            <a:ext cx="5212080" cy="777240"/>
          </a:xfrm>
          <a:prstGeom prst="rect">
            <a:avLst/>
          </a:prstGeom>
          <a:solidFill>
            <a:srgbClr val="0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6168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61688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Confidence grows monotonically for both
models — early exit is viable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84648"/>
            <a:ext cx="5212080" cy="777240"/>
          </a:xfrm>
          <a:prstGeom prst="rect">
            <a:avLst/>
          </a:prstGeom>
          <a:solidFill>
            <a:srgbClr val="0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5780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SNN+Full is invalid for this architecture
(temporal dynamics not engaged)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960120"/>
            <a:ext cx="548640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051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94F37"/>
                </a:solidFill>
              </a:rPr>
              <a:t>Limitations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600200"/>
            <a:ext cx="5120640" cy="987552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No GPU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93852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Training on CPU only; 30+ epochs
feasible with GPU in same 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715768"/>
            <a:ext cx="5120640" cy="987552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7797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Fixed LR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05409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 schedule used; cosine/step decay
expected to improve SNN generalisation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831335"/>
            <a:ext cx="5120640" cy="987552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8953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Small dataset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16966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ModelNet10 has only 3991 train
samples; ModelNet40/ScanObjectNN
would stress-test more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4946904"/>
            <a:ext cx="5120640" cy="987552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5010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No augmentation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28523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Random rotation, jitter, scale
would reduce overfitting significantly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Recommended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36576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3657600" cy="475488"/>
          </a:xfrm>
          <a:prstGeom prst="rect">
            <a:avLst/>
          </a:prstGeom>
          <a:solidFill>
            <a:srgbClr val="39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698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01  LR 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Cosine decay or step schedule;
30+ epoch training on GPU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05840"/>
            <a:ext cx="365760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005840"/>
            <a:ext cx="365760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0698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02  Data Augmentation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6002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Random rotation, jitter, scale;
expected to close train-test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005840"/>
            <a:ext cx="365760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005840"/>
            <a:ext cx="3657600" cy="475488"/>
          </a:xfrm>
          <a:prstGeom prst="rect">
            <a:avLst/>
          </a:prstGeom>
          <a:solidFill>
            <a:srgbClr val="39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0698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03  Regularisation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6002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Dropout in temporal head;
weight decay tuning for SNN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66160"/>
            <a:ext cx="365760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566160"/>
            <a:ext cx="365760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301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04  Learnable Thresholds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Per-layer adaptive LIF thresholds;
learnable tau parameter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566160"/>
            <a:ext cx="365760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566160"/>
            <a:ext cx="3657600" cy="475488"/>
          </a:xfrm>
          <a:prstGeom prst="rect">
            <a:avLst/>
          </a:prstGeom>
          <a:solidFill>
            <a:srgbClr val="39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6301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05  Larger Benchmarks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16052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ModelNet40, ShapeNet, or
ScanObjectNN for broader coverage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566160"/>
            <a:ext cx="365760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566160"/>
            <a:ext cx="365760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6301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06  Energy Profiling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16052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Measure spike rates and SynapticOps
to quantify energy savings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17320"/>
            <a:ext cx="12188952" cy="54864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23560"/>
            <a:ext cx="12188952" cy="54864"/>
          </a:xfrm>
          <a:prstGeom prst="rect">
            <a:avLst/>
          </a:prstGeom>
          <a:solidFill>
            <a:srgbClr val="0F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We presented a Spiking PointNet that processes 3-D point clouds as a
temporal sequence of radial slices, enabling biologically motivated
integrate-and-fire dynamics for 3-D shape classification.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256032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2560320" cy="4114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SNN Train Acc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18688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94F37"/>
                </a:solidFill>
              </a:rPr>
              <a:t>87.4%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Surpasses ANN training
accuracy (83.2%)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743200"/>
            <a:ext cx="256032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2743200"/>
            <a:ext cx="2560320" cy="411480"/>
          </a:xfrm>
          <a:prstGeom prst="rect">
            <a:avLst/>
          </a:prstGeom>
          <a:solidFill>
            <a:srgbClr val="39A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788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ANN Test Acc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218688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9A0ED"/>
                </a:solidFill>
              </a:rPr>
              <a:t>76.2%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93192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Strong ANN baseline;
gap to close with more 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743200"/>
            <a:ext cx="256032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743200"/>
            <a:ext cx="2560320" cy="411480"/>
          </a:xfrm>
          <a:prstGeom prst="rect">
            <a:avLst/>
          </a:prstGeom>
          <a:solidFill>
            <a:srgbClr val="CF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788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SNN Test Acc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218688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FB537"/>
                </a:solidFill>
              </a:rPr>
              <a:t>58.3%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93192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Slice mode only;
room to improve with regularisation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2743200"/>
            <a:ext cx="256032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2743200"/>
            <a:ext cx="256032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788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Early Exit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218688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CC71"/>
                </a:solidFill>
              </a:rPr>
              <a:t>~45%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93192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Avg compute savings
at theta = 0.80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8756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CCCC"/>
                </a:solidFill>
              </a:rPr>
              <a:t>These results demonstrate the viability of spiking temporal processing for point cloud classification and motivate further work on GPU-accelerated, regularised SNN training for 3-D perception.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